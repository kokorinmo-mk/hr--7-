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349FE-F6B1-6FC7-CB68-5F4C0C999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EB11D9-AE4D-1EA4-0414-6B22DA600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D2C95F-7055-3BC7-BAC1-6BB5E759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7AD286-11A9-9541-65CF-2EF58245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7DC725-5B17-2508-9900-8D8C1CEB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040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CA82A-094C-56B9-21DE-2AC005E6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7A990-59EB-6F15-B068-92CAC07A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F483D1-8500-4394-252F-7BCBC0BA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F56321-DA28-3813-7326-22A00C0A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D989B8-3152-6D95-29C9-BFBDA8B4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5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96E55-96FF-7F98-5BAF-02B6724C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1A0FAD-785E-9CC5-CB6C-468E127CD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899F63-9FD6-8E4E-932B-89745874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1E5897-56A0-AB6B-2886-8BAA6738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996193-8AFD-AE54-F06F-ED8FC27D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70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C618C-9F48-B939-87A3-5C24E5C7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6C622D-4F9E-1E01-EA85-4526E5476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C31508-4190-CE1E-36BF-FE4373708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30394A-FBDE-848F-D1F4-76CDE922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762179-E517-B5EC-4777-C68DDBB9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E745E2-1475-1C87-7A2F-6389C53A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0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D06E5-B3A8-A78E-8281-3CFB2E4B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0C08C8-AA48-9354-EFD0-EF3F908B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E70315-7020-7AC6-FCDB-1107E0B5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9F9216-A4DA-0A75-5FB3-11E9FDDCF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EBC0F1-70EE-11C3-53E1-452CF9BCE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F979F6-E90C-B580-AC8C-76FD0191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4A1611-15AD-6333-D171-E6A75CEA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A4AFCB-C6BB-7203-DB0D-ADC364F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65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B5710-A631-D46F-213B-6D04D9C7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26AE8F-1E0F-E9BF-27B7-84C4C99B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165960-F571-9996-9681-45696E2D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764CD3-DE39-EE9B-E7D6-C868098F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17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D5CF667-B748-D23D-9657-2EF8E432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2E60C3-ABD9-EFA5-1C74-A04BB4FC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222DE4-5F1E-2A38-F1EA-AD990257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83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4D346-E6F6-56F1-F11D-8B162F8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E0972C-FE8A-AA7B-F71A-6E6C29B16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FF9BAA-9D36-0C0C-DB22-C4ABC081B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00BCF1-C296-787F-FD8F-1887DDA1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E09BBA-4400-1BB8-BA1E-3A5F2A5A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DA4CA-C05B-A1FC-7FB4-710270C9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18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CFADA-B0EE-0EA7-03A9-A4E4C45BF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FF815B-EECA-8B6D-3453-061F531FA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90B687-D71A-4BC8-073D-01DA040EB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73234F-0AFC-48E1-F4BD-F2B9467E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7B65A5-1412-54D0-FAC2-06939443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C38333-8598-C20E-D5F1-2699206B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65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2A5A5-31D4-C353-8109-95FA70181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C5E1C0-37FF-D7DA-6A7E-84305171D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AA0222-F66C-D983-AFB5-96E2B669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41989-ACEE-4EFD-1668-274B593B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7EEF7C-4525-7F39-0751-E2684DBD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14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93A52C-227B-ECD3-023E-A65C0983E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5D992D-9351-9F8B-7920-0E50C068C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7ABDED-E464-71E8-018D-AF4BDFCA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EDBDB-EF58-64F7-9D70-9BB0783E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9833E-79D7-AF46-58BF-F74A6023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71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17FE5-FDE0-2C84-653F-274398EF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FBFB6-115C-63C9-A53D-137690CA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A0FBB6-E2BC-9CEA-B8A0-13939DFEC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B28A0-4E2C-8B48-9C45-F06DA1E5C50E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6AA018-D5BB-4432-D353-96A81B0EF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54520B-072C-73A6-42D6-8A362CC0E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7CC91-EDF4-8F4A-B072-7A1AADDD36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61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02111-13E3-36AB-E6EA-7E2AD14C4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1D15BC-4FA0-C785-5872-3D30CAB8D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7044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e4096</dc:creator>
  <cp:lastModifiedBy>e4096</cp:lastModifiedBy>
  <cp:revision>1</cp:revision>
  <dcterms:created xsi:type="dcterms:W3CDTF">2026-06-04T08:45:50Z</dcterms:created>
  <dcterms:modified xsi:type="dcterms:W3CDTF">2026-06-04T08:46:13Z</dcterms:modified>
</cp:coreProperties>
</file>